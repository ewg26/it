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image/png" PartName="/ppt/media/1.png"/>
  <Override ContentType="image/png" PartName="/ppt/media/2.png"/>
  <Override ContentType="image/png" PartName="/ppt/media/3.png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3" Target="docProps/core.xml" Type="http://schemas.openxmlformats.org/package/2006/relationships/metadata/core-properties"/>
  <Relationship Id="rId2" Target="docProps/app.xml" Type="http://schemas.openxmlformats.org/officeDocument/2006/relationships/extended-properties"/>
</Relationships>

</file>

<file path=ppt/presentation.xml><?xml version="1.0" encoding="utf-8"?>
<p:presentation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14="http://schemas.microsoft.com/office/powerpoint/2010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</p:sldIdLst>
  <p:sldSz cx="6858000" cy="9906000"/>
  <p:notesSz cx="9906000" cy="6858000"/>
</p:presentation>
</file>

<file path=ppt/tableStyles.xml><?xml version="1.0" encoding="utf-8"?>
<a:tblStyleLs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14="http://schemas.microsoft.com/office/powerpoint/2010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>
  <a:tblStyle styleId="{5C22544A-7EE6-4342-B048-85BDC9FD1C3A}" styleName="Средний стиль 2 — акцент 1">
    <a:wholeTbl>
      <a:tcTxStyle b="def" i="def">
        <a:fontRef idx="minor"/>
        <a:schemeClr val="dk1"/>
      </a:tcTxStyle>
      <a:tcStyle>
        <a:tcBdr>
          <a:left>
            <a:ln w="12700">
              <a:solidFill>
                <a:schemeClr val="lt1"/>
              </a:solidFill>
              <a:prstDash val="solid"/>
            </a:ln>
          </a:left>
          <a:right>
            <a:ln w="12700">
              <a:solidFill>
                <a:schemeClr val="lt1"/>
              </a:solidFill>
              <a:prstDash val="solid"/>
            </a:ln>
          </a:right>
          <a:top>
            <a:ln w="12700">
              <a:solidFill>
                <a:schemeClr val="lt1"/>
              </a:solidFill>
              <a:prstDash val="solid"/>
            </a:ln>
          </a:top>
          <a:bottom>
            <a:ln w="12700">
              <a:solidFill>
                <a:schemeClr val="lt1"/>
              </a:solidFill>
              <a:prstDash val="solid"/>
            </a:ln>
          </a:bottom>
          <a:insideH>
            <a:ln w="12700">
              <a:solidFill>
                <a:schemeClr val="lt1"/>
              </a:solidFill>
              <a:prstDash val="solid"/>
            </a:ln>
          </a:insideH>
          <a:insideV>
            <a:ln w="12700">
              <a:solidFill>
                <a:schemeClr val="lt1"/>
              </a:solidFill>
              <a:prstDash val="solid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2H>
      <a:tcStyle/>
    </a:band2H>
    <a:band1V>
      <a:tcStyle>
        <a:fill>
          <a:solidFill>
            <a:schemeClr val="accent1">
              <a:tint val="40000"/>
            </a:schemeClr>
          </a:solidFill>
        </a:fill>
      </a:tcStyle>
    </a:band1V>
    <a:band2V>
      <a:tcStyle>
        <a:fill>
          <a:solidFill>
            <a:schemeClr val="accent1">
              <a:tint val="40000"/>
            </a:schemeClr>
          </a:solidFill>
        </a:fill>
      </a:tcStyle>
    </a:band2V>
    <a:lastCol>
      <a:tcTxStyle b="on" i="def">
        <a:fontRef idx="minor"/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def">
        <a:fontRef idx="minor"/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def">
        <a:fontRef idx="minor"/>
        <a:schemeClr val="lt1"/>
      </a:tcTxStyle>
      <a:tcStyle>
        <a:tcBdr>
          <a:top>
            <a:ln w="38100">
              <a:solidFill>
                <a:schemeClr val="lt1"/>
              </a:solidFill>
              <a:prstDash val="solid"/>
            </a:ln>
          </a:top>
        </a:tcBdr>
        <a:fill>
          <a:solidFill>
            <a:schemeClr val="accent1"/>
          </a:solidFill>
        </a:fill>
      </a:tcStyle>
    </a:lastRow>
    <a:seCell>
      <a:tcStyle/>
    </a:seCell>
    <a:swCell>
      <a:tcStyle/>
    </a:swCell>
    <a:firstRow>
      <a:tcTxStyle b="on" i="def">
        <a:fontRef idx="minor"/>
        <a:schemeClr val="lt1"/>
      </a:tcTxStyle>
      <a:tcStyle>
        <a:tcBdr>
          <a:bottom>
            <a:ln w="38100">
              <a:solidFill>
                <a:schemeClr val="lt1"/>
              </a:solidFill>
              <a:prstDash val="solid"/>
            </a:ln>
          </a:bottom>
        </a:tcBdr>
        <a:fill>
          <a:solidFill>
            <a:schemeClr val="accent1"/>
          </a:solidFill>
        </a:fill>
      </a:tcStyle>
    </a:firstRow>
    <a:neCell>
      <a:tcStyle/>
    </a:neCell>
    <a:nwCell>
      <a:tcStyle/>
    </a:nwCell>
  </a:tblStyle>
</a:tblStyleLst>
</file>

<file path=ppt/viewProps.xml><?xml version="1.0" encoding="utf-8"?>
<p:viewPr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14="http://schemas.microsoft.com/office/powerpoint/2010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slideViewPr>
    <p:cSldViewPr>
      <p:cViewPr>
        <p:scale>
          <a:sx d="1" n="1"/>
          <a:sy d="1" n="1"/>
        </p:scale>
        <p:origin x="1" y="1"/>
      </p:cViewPr>
      <p:guideLst>
        <p:guide orient="horz" pos="5958"/>
        <p:guide orient="vert" pos="170"/>
      </p:guideLst>
    </p:cSldViewPr>
  </p:slideViewPr>
  <p:gridSpacing cx="180000" cy="180000"/>
</p:viewPr>
</file>

<file path=ppt/_rels/presentation.xml.rels><?xml version="1.0" encoding="UTF-8" standalone="no" ?>
<Relationships xmlns="http://schemas.openxmlformats.org/package/2006/relationships">
  <Relationship Id="rId4" Target="tableStyles.xml" Type="http://schemas.openxmlformats.org/officeDocument/2006/relationships/tableStyles"/>
  <Relationship Id="rId1" Target="theme/theme1.xml" Type="http://schemas.openxmlformats.org/officeDocument/2006/relationships/theme"/>
  <Relationship Id="rId5" Target="viewProps.xml" Type="http://schemas.openxmlformats.org/officeDocument/2006/relationships/viewProps"/>
  <Relationship Id="rId3" Target="slides/slide1.xml" Type="http://schemas.openxmlformats.org/officeDocument/2006/relationships/slide"/>
  <Relationship Id="rId2" Target="slideMasters/slideMaster1.xml" Type="http://schemas.openxmlformats.org/officeDocument/2006/relationships/slideMaster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14="http://schemas.microsoft.com/office/powerpoint/2010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bg>
      <p:bgRef idx="1001">
        <a:schemeClr val="bg1"/>
      </p:bgRef>
    </p:bg>
    <p:spTree>
      <p:nvGrpSpPr>
        <p:cNvPr hidden="false" id="11" name="GroupShape 1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14="http://schemas.microsoft.com/office/powerpoint/2010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лого">
    <p:spTree>
      <p:nvGrpSpPr>
        <p:cNvPr hidden="false" id="10" name="GroupShape 1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14="http://schemas.microsoft.com/office/powerpoint/2010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пустой">
    <p:bg>
      <p:bgRef idx="1001">
        <a:schemeClr val="bg1"/>
      </p:bgRef>
    </p:bg>
    <p:spTree>
      <p:nvGrpSpPr>
        <p:cNvPr hidden="false" id="12" name="GroupShape 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4" Target="../slideLayouts/slideLayout3.xml" Type="http://schemas.openxmlformats.org/officeDocument/2006/relationships/slideLayout"/>
  <Relationship Id="rId1" Target="../theme/theme1.xml" Type="http://schemas.openxmlformats.org/officeDocument/2006/relationships/theme"/>
  <Relationship Id="rId3" Target="../slideLayouts/slideLayout2.xml" Type="http://schemas.openxmlformats.org/officeDocument/2006/relationships/slideLayout"/>
  <Relationship Id="rId2" Target="../slideLayouts/slideLayout1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14="http://schemas.microsoft.com/office/powerpoint/2010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grpSp>
        <p:nvGrpSpPr>
          <p:cNvPr hidden="false" id="2" name="Shape 2"/>
          <p:cNvGrpSpPr/>
          <p:nvPr isPhoto="false"/>
        </p:nvGrpSpPr>
        <p:grpSpPr>
          <a:xfrm flipH="false" flipV="false" rot="0">
            <a:off x="4879160" y="10567982"/>
            <a:ext cx="1993969" cy="941681"/>
            <a:chOff x="0" y="0"/>
            <a:chExt cx="1993969" cy="941681"/>
          </a:xfrm>
        </p:grpSpPr>
        <p:sp>
          <p:nvSpPr>
            <p:cNvPr hidden="false" id="3" name="Shape 3"/>
            <p:cNvSpPr txBox="false"/>
            <p:nvPr isPhoto="false"/>
          </p:nvSpPr>
          <p:spPr>
            <a:xfrm flipH="false" flipV="false" rot="0">
              <a:off x="0" y="0"/>
              <a:ext cx="1993969" cy="9416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anchor="ctr" bIns="45720" lIns="91440" rIns="91440" tIns="45720"/>
            <a:p>
              <a:pPr algn="ctr" indent="0" marL="0"/>
              <a:endParaRPr sz="1462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hidden="false" id="4" name="Shape 4"/>
            <p:cNvSpPr txBox="false"/>
            <p:nvPr isPhoto="false"/>
          </p:nvSpPr>
          <p:spPr>
            <a:xfrm flipH="false" flipV="false" rot="0">
              <a:off x="686251" y="163177"/>
              <a:ext cx="247649" cy="635940"/>
            </a:xfrm>
            <a:prstGeom prst="rect">
              <a:avLst/>
            </a:prstGeom>
            <a:solidFill>
              <a:srgbClr val="CBFCB1"/>
            </a:solidFill>
            <a:ln>
              <a:noFill/>
            </a:ln>
          </p:spPr>
          <p:txBody>
            <a:bodyPr anchor="ctr" bIns="45720" lIns="91440" rIns="91440" tIns="45720"/>
            <a:p>
              <a:pPr algn="ctr" indent="0" marL="0"/>
              <a:endParaRPr sz="1462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hidden="false" id="5" name="Shape 5"/>
            <p:cNvSpPr txBox="false"/>
            <p:nvPr isPhoto="false"/>
          </p:nvSpPr>
          <p:spPr>
            <a:xfrm flipH="false" flipV="false" rot="0">
              <a:off x="382940" y="158985"/>
              <a:ext cx="247649" cy="635940"/>
            </a:xfrm>
            <a:prstGeom prst="rect">
              <a:avLst/>
            </a:prstGeom>
            <a:solidFill>
              <a:srgbClr val="FF5D00"/>
            </a:solidFill>
            <a:ln>
              <a:noFill/>
            </a:ln>
          </p:spPr>
          <p:txBody>
            <a:bodyPr anchor="ctr" bIns="45720" lIns="91440" rIns="91440" tIns="45720"/>
            <a:p>
              <a:pPr algn="ctr" indent="0" marL="0"/>
              <a:endParaRPr sz="1462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hidden="false" id="6" name="Shape 6"/>
            <p:cNvSpPr txBox="false"/>
            <p:nvPr isPhoto="false"/>
          </p:nvSpPr>
          <p:spPr>
            <a:xfrm flipH="false" flipV="false" rot="0">
              <a:off x="79629" y="163177"/>
              <a:ext cx="247649" cy="635940"/>
            </a:xfrm>
            <a:prstGeom prst="rect">
              <a:avLst/>
            </a:prstGeom>
            <a:solidFill>
              <a:srgbClr val="550577"/>
            </a:solidFill>
            <a:ln>
              <a:noFill/>
            </a:ln>
          </p:spPr>
          <p:txBody>
            <a:bodyPr anchor="ctr" bIns="45720" lIns="91440" rIns="91440" tIns="45720"/>
            <a:p>
              <a:pPr algn="ctr" indent="0" marL="0"/>
              <a:endParaRPr sz="1462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hidden="false" id="7" name="Shape 7"/>
            <p:cNvSpPr txBox="false"/>
            <p:nvPr isPhoto="false"/>
          </p:nvSpPr>
          <p:spPr>
            <a:xfrm flipH="false" flipV="false" rot="0">
              <a:off x="1656222" y="163177"/>
              <a:ext cx="247650" cy="635940"/>
            </a:xfrm>
            <a:prstGeom prst="rect">
              <a:avLst/>
            </a:prstGeom>
            <a:solidFill>
              <a:srgbClr val="DDCDE4"/>
            </a:solidFill>
            <a:ln>
              <a:noFill/>
            </a:ln>
          </p:spPr>
          <p:txBody>
            <a:bodyPr anchor="ctr" bIns="45720" lIns="91440" rIns="91440" tIns="45720"/>
            <a:p>
              <a:pPr algn="ctr" indent="0" marL="0"/>
              <a:endParaRPr sz="1462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hidden="false" id="8" name="Shape 8"/>
            <p:cNvSpPr txBox="false"/>
            <p:nvPr isPhoto="false"/>
          </p:nvSpPr>
          <p:spPr>
            <a:xfrm flipH="false" flipV="false" rot="0">
              <a:off x="1352911" y="158985"/>
              <a:ext cx="247650" cy="635940"/>
            </a:xfrm>
            <a:prstGeom prst="rect">
              <a:avLst/>
            </a:prstGeom>
            <a:solidFill>
              <a:srgbClr val="E1F4D7"/>
            </a:solidFill>
            <a:ln>
              <a:noFill/>
            </a:ln>
          </p:spPr>
          <p:txBody>
            <a:bodyPr anchor="ctr" bIns="45720" lIns="91440" rIns="91440" tIns="45720"/>
            <a:p>
              <a:pPr algn="ctr" indent="0" marL="0"/>
              <a:endParaRPr sz="1462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hidden="false" id="9" name="Shape 9"/>
            <p:cNvSpPr txBox="false"/>
            <p:nvPr isPhoto="false"/>
          </p:nvSpPr>
          <p:spPr>
            <a:xfrm flipH="false" flipV="false" rot="0">
              <a:off x="1049601" y="163177"/>
              <a:ext cx="247650" cy="635940"/>
            </a:xfrm>
            <a:prstGeom prst="rect">
              <a:avLst/>
            </a:prstGeom>
            <a:solidFill>
              <a:srgbClr val="FFEBE1"/>
            </a:solidFill>
            <a:ln>
              <a:noFill/>
            </a:ln>
          </p:spPr>
          <p:txBody>
            <a:bodyPr anchor="ctr" bIns="45720" lIns="91440" rIns="91440" tIns="45720"/>
            <a:p>
              <a:pPr algn="ctr" indent="0" marL="0"/>
              <a:endParaRPr sz="1462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</p:sldLayoutIdLst>
  <p:txStyles>
    <p:titleStyle>
      <a:defPPr/>
      <a:lvl1pPr algn="ctr" lvl="0">
        <a:spcBef>
          <a:spcPts val="0"/>
        </a:spcBef>
        <a:buNone/>
        <a:defRPr sz="3046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237380" lvl="0" marL="237380">
        <a:spcBef>
          <a:spcPts val="0"/>
        </a:spcBef>
        <a:buFont typeface="Arial"/>
        <a:buChar char="•"/>
        <a:defRPr sz="2215">
          <a:solidFill>
            <a:schemeClr val="tx1"/>
          </a:solidFill>
          <a:latin typeface="+mn-lt"/>
          <a:ea typeface="+mn-ea"/>
          <a:cs typeface="+mn-cs"/>
        </a:defRPr>
      </a:lvl1pPr>
      <a:lvl2pPr algn="l" indent="-197816" lvl="1" marL="514323">
        <a:spcBef>
          <a:spcPts val="0"/>
        </a:spcBef>
        <a:buFont typeface="Arial"/>
        <a:buChar char="–"/>
        <a:defRPr sz="1937">
          <a:solidFill>
            <a:schemeClr val="tx1"/>
          </a:solidFill>
          <a:latin typeface="+mn-lt"/>
          <a:ea typeface="+mn-ea"/>
          <a:cs typeface="+mn-cs"/>
        </a:defRPr>
      </a:lvl2pPr>
      <a:lvl3pPr algn="l" indent="-158254" lvl="2" marL="791266">
        <a:spcBef>
          <a:spcPts val="0"/>
        </a:spcBef>
        <a:buFont typeface="Arial"/>
        <a:buChar char="•"/>
        <a:defRPr sz="1662">
          <a:solidFill>
            <a:schemeClr val="tx1"/>
          </a:solidFill>
          <a:latin typeface="+mn-lt"/>
          <a:ea typeface="+mn-ea"/>
          <a:cs typeface="+mn-cs"/>
        </a:defRPr>
      </a:lvl3pPr>
      <a:lvl4pPr algn="l" indent="-158254" lvl="3" marL="1107772">
        <a:spcBef>
          <a:spcPts val="0"/>
        </a:spcBef>
        <a:buFont typeface="Arial"/>
        <a:buChar char="–"/>
        <a:defRPr sz="1385">
          <a:solidFill>
            <a:schemeClr val="tx1"/>
          </a:solidFill>
          <a:latin typeface="+mn-lt"/>
          <a:ea typeface="+mn-ea"/>
          <a:cs typeface="+mn-cs"/>
        </a:defRPr>
      </a:lvl4pPr>
      <a:lvl5pPr algn="l" indent="-158254" lvl="4" marL="1424278">
        <a:spcBef>
          <a:spcPts val="0"/>
        </a:spcBef>
        <a:buFont typeface="Arial"/>
        <a:buChar char="»"/>
        <a:defRPr sz="1385">
          <a:solidFill>
            <a:schemeClr val="tx1"/>
          </a:solidFill>
          <a:latin typeface="+mn-lt"/>
          <a:ea typeface="+mn-ea"/>
          <a:cs typeface="+mn-cs"/>
        </a:defRPr>
      </a:lvl5pPr>
      <a:lvl6pPr algn="l" indent="-158254" lvl="5" marL="1740785">
        <a:spcBef>
          <a:spcPts val="0"/>
        </a:spcBef>
        <a:buFont typeface="Arial"/>
        <a:buChar char="•"/>
        <a:defRPr sz="1385">
          <a:solidFill>
            <a:schemeClr val="tx1"/>
          </a:solidFill>
          <a:latin typeface="+mn-lt"/>
          <a:ea typeface="+mn-ea"/>
          <a:cs typeface="+mn-cs"/>
        </a:defRPr>
      </a:lvl6pPr>
      <a:lvl7pPr algn="l" indent="-158253" lvl="6" marL="2057291">
        <a:spcBef>
          <a:spcPts val="0"/>
        </a:spcBef>
        <a:buFont typeface="Arial"/>
        <a:buChar char="•"/>
        <a:defRPr sz="1385">
          <a:solidFill>
            <a:schemeClr val="tx1"/>
          </a:solidFill>
          <a:latin typeface="+mn-lt"/>
          <a:ea typeface="+mn-ea"/>
          <a:cs typeface="+mn-cs"/>
        </a:defRPr>
      </a:lvl7pPr>
      <a:lvl8pPr algn="l" indent="-158254" lvl="7" marL="2373798">
        <a:spcBef>
          <a:spcPts val="0"/>
        </a:spcBef>
        <a:buFont typeface="Arial"/>
        <a:buChar char="•"/>
        <a:defRPr sz="1385">
          <a:solidFill>
            <a:schemeClr val="tx1"/>
          </a:solidFill>
          <a:latin typeface="+mn-lt"/>
          <a:ea typeface="+mn-ea"/>
          <a:cs typeface="+mn-cs"/>
        </a:defRPr>
      </a:lvl8pPr>
      <a:lvl9pPr algn="l" indent="-158254" lvl="8" marL="2690303">
        <a:spcBef>
          <a:spcPts val="0"/>
        </a:spcBef>
        <a:buFont typeface="Arial"/>
        <a:buChar char="•"/>
        <a:defRPr sz="1385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246">
          <a:latin typeface="+mn-lt"/>
          <a:ea typeface="+mn-ea"/>
          <a:cs typeface="+mn-cs"/>
        </a:defRPr>
      </a:lvl1pPr>
      <a:lvl2pPr algn="l" indent="0" lvl="1" marL="316506">
        <a:defRPr sz="1246">
          <a:latin typeface="+mn-lt"/>
          <a:ea typeface="+mn-ea"/>
          <a:cs typeface="+mn-cs"/>
        </a:defRPr>
      </a:lvl2pPr>
      <a:lvl3pPr algn="l" indent="0" lvl="2" marL="633012">
        <a:defRPr sz="1246">
          <a:latin typeface="+mn-lt"/>
          <a:ea typeface="+mn-ea"/>
          <a:cs typeface="+mn-cs"/>
        </a:defRPr>
      </a:lvl3pPr>
      <a:lvl4pPr algn="l" indent="0" lvl="3" marL="949519">
        <a:defRPr sz="1246">
          <a:latin typeface="+mn-lt"/>
          <a:ea typeface="+mn-ea"/>
          <a:cs typeface="+mn-cs"/>
        </a:defRPr>
      </a:lvl4pPr>
      <a:lvl5pPr algn="l" indent="0" lvl="4" marL="1266026">
        <a:defRPr sz="1246">
          <a:latin typeface="+mn-lt"/>
          <a:ea typeface="+mn-ea"/>
          <a:cs typeface="+mn-cs"/>
        </a:defRPr>
      </a:lvl5pPr>
      <a:lvl6pPr algn="l" indent="0" lvl="5" marL="1582531">
        <a:defRPr sz="1246">
          <a:latin typeface="+mn-lt"/>
          <a:ea typeface="+mn-ea"/>
          <a:cs typeface="+mn-cs"/>
        </a:defRPr>
      </a:lvl6pPr>
      <a:lvl7pPr algn="l" indent="0" lvl="6" marL="1899038">
        <a:defRPr sz="1246">
          <a:latin typeface="+mn-lt"/>
          <a:ea typeface="+mn-ea"/>
          <a:cs typeface="+mn-cs"/>
        </a:defRPr>
      </a:lvl7pPr>
      <a:lvl8pPr algn="l" indent="0" lvl="7" marL="2215544">
        <a:defRPr sz="1246">
          <a:latin typeface="+mn-lt"/>
          <a:ea typeface="+mn-ea"/>
          <a:cs typeface="+mn-cs"/>
        </a:defRPr>
      </a:lvl8pPr>
      <a:lvl9pPr algn="l" indent="0" lvl="8" marL="2532051">
        <a:defRPr sz="1246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4" Target="../slideLayouts/slideLayout2.xml" Type="http://schemas.openxmlformats.org/officeDocument/2006/relationships/slideLayout"/>
  <Relationship Id="rId1" Target="../media/1.png" Type="http://schemas.openxmlformats.org/officeDocument/2006/relationships/image"/>
  <Relationship Id="rId3" Target="../media/3.png" Type="http://schemas.openxmlformats.org/officeDocument/2006/relationships/image"/>
  <Relationship Id="rId2" Target="../media/2.png" Type="http://schemas.openxmlformats.org/officeDocument/2006/relationships/image"/>
</Relationships>

</file>

<file path=ppt/slides/slide1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14="http://schemas.microsoft.com/office/powerpoint/2010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" name="GroupShape 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15" name="Picture 15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-128123"/>
            <a:ext cx="6858000" cy="9906000"/>
          </a:xfrm>
          <a:prstGeom prst="rect">
            <a:avLst/>
          </a:prstGeom>
        </p:spPr>
      </p:pic>
      <p:sp>
        <p:nvSpPr>
          <p:cNvPr hidden="false" id="16" name="Shape 16"/>
          <p:cNvSpPr txBox="false"/>
          <p:nvPr isPhoto="false"/>
        </p:nvSpPr>
        <p:spPr>
          <a:xfrm flipH="false" flipV="false" rot="0">
            <a:off x="638889" y="2020666"/>
            <a:ext cx="5567807" cy="419859"/>
          </a:xfrm>
          <a:prstGeom prst="rect">
            <a:avLst/>
          </a:prstGeom>
        </p:spPr>
        <p:txBody>
          <a:bodyPr anchor="ctr" bIns="45720" lIns="91440" rIns="91440" tIns="45720" wrap="square">
            <a:spAutoFit/>
          </a:bodyPr>
          <a:p>
            <a:pPr algn="ctr" indent="0" marL="0">
              <a:lnSpc>
                <a:spcPts val="2215"/>
              </a:lnSpc>
            </a:pPr>
            <a:r>
              <a:rPr b="true" sz="3400">
                <a:solidFill>
                  <a:schemeClr val="bg1"/>
                </a:solidFill>
                <a:latin typeface="Fact Semi Expanded Extra Bold"/>
                <a:ea typeface="Fact Semi Expanded Extra Bold"/>
                <a:cs typeface="Fact Semi Expanded Extra Bold"/>
              </a:rPr>
              <a:t>БЛАГОДАРСТВЕННОЕ</a:t>
            </a:r>
            <a:r>
              <a:rPr b="true" sz="3323">
                <a:solidFill>
                  <a:schemeClr val="bg1"/>
                </a:solidFill>
                <a:latin typeface="Fact Semi Expanded Black"/>
                <a:ea typeface="Fact Semi Expanded Black"/>
                <a:cs typeface="Fact Semi Expanded Black"/>
              </a:rPr>
              <a:t> </a:t>
            </a:r>
            <a:endParaRPr sz="2112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" name="Shape 17"/>
          <p:cNvSpPr txBox="false"/>
          <p:nvPr isPhoto="false"/>
        </p:nvSpPr>
        <p:spPr>
          <a:xfrm flipH="false" flipV="false" rot="0">
            <a:off x="2179189" y="2500775"/>
            <a:ext cx="2382382" cy="417229"/>
          </a:xfrm>
          <a:prstGeom prst="rect">
            <a:avLst/>
          </a:prstGeom>
        </p:spPr>
        <p:txBody>
          <a:bodyPr anchor="ctr" bIns="45720" lIns="91440" rIns="91440" tIns="45720" wrap="none">
            <a:spAutoFit/>
          </a:bodyPr>
          <a:p>
            <a:pPr algn="ctr" indent="0" marL="0">
              <a:lnSpc>
                <a:spcPts val="2215"/>
              </a:lnSpc>
            </a:pPr>
            <a:r>
              <a:rPr b="true" sz="3400">
                <a:solidFill>
                  <a:schemeClr val="bg1"/>
                </a:solidFill>
                <a:latin typeface="Fact Semi Expanded Extra Bold"/>
                <a:ea typeface="Fact Semi Expanded Extra Bold"/>
                <a:cs typeface="Fact Semi Expanded Extra Bold"/>
              </a:rPr>
              <a:t>ПИСЬМО</a:t>
            </a:r>
            <a:endParaRPr b="true" sz="3400">
              <a:solidFill>
                <a:schemeClr val="bg1"/>
              </a:solidFill>
              <a:latin typeface="Fact Semi Expanded Extra Bold"/>
              <a:ea typeface="Fact Semi Expanded Extra Bold"/>
              <a:cs typeface="Fact Semi Expanded Extra Bold"/>
            </a:endParaRPr>
          </a:p>
        </p:txBody>
      </p:sp>
      <p:sp>
        <p:nvSpPr>
          <p:cNvPr hidden="false" id="18" name="Shape 18"/>
          <p:cNvSpPr txBox="false"/>
          <p:nvPr isPhoto="false"/>
        </p:nvSpPr>
        <p:spPr>
          <a:xfrm flipH="false" flipV="false" rot="0">
            <a:off x="540276" y="3672084"/>
            <a:ext cx="5957779" cy="430886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p>
            <a:pPr algn="ctr" indent="0" marL="0"/>
            <a:r>
              <a:rPr b="true" sz="2200">
                <a:solidFill>
                  <a:schemeClr val="bg1"/>
                </a:solidFill>
                <a:latin typeface="Fact Semi Expanded"/>
                <a:ea typeface="Fact Semi Expanded"/>
                <a:cs typeface="Fact Semi Expanded"/>
              </a:rPr>
              <a:t>Медведевой </a:t>
            </a:r>
            <a:r>
              <a:rPr b="true" sz="2200">
                <a:solidFill>
                  <a:schemeClr val="bg1"/>
                </a:solidFill>
                <a:latin typeface="Fact Semi Expanded"/>
                <a:ea typeface="Fact Semi Expanded"/>
                <a:cs typeface="Fact Semi Expanded"/>
              </a:rPr>
              <a:t>Людмиле Николаевне</a:t>
            </a:r>
            <a:endParaRPr b="true" sz="2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" name="Shape 19"/>
          <p:cNvSpPr txBox="false"/>
          <p:nvPr isPhoto="false"/>
        </p:nvSpPr>
        <p:spPr>
          <a:xfrm flipH="false" flipV="false" rot="0">
            <a:off x="623971" y="4072491"/>
            <a:ext cx="5645213" cy="0"/>
          </a:xfrm>
          <a:prstGeom prst="line">
            <a:avLst/>
          </a:prstGeom>
          <a:ln w="6350">
            <a:solidFill>
              <a:schemeClr val="bg1"/>
            </a:solidFill>
            <a:prstDash val="solid"/>
          </a:ln>
        </p:spPr>
        <p:style>
          <a:lnRef idx="0"/>
          <a:fillRef idx="0">
            <a:schemeClr val="accent2"/>
          </a:fillRef>
          <a:effectRef idx="0"/>
          <a:fontRef idx="none"/>
        </p:style>
      </p:sp>
      <p:sp>
        <p:nvSpPr>
          <p:cNvPr hidden="false" id="20" name="Shape 20"/>
          <p:cNvSpPr txBox="false"/>
          <p:nvPr isPhoto="false"/>
        </p:nvSpPr>
        <p:spPr>
          <a:xfrm flipH="false" flipV="false" rot="0">
            <a:off x="638889" y="4143399"/>
            <a:ext cx="5630296" cy="1077218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p>
            <a:pPr algn="ctr" indent="0" marL="0"/>
            <a:r>
              <a:rPr sz="1600">
                <a:solidFill>
                  <a:schemeClr val="bg1"/>
                </a:solidFill>
                <a:latin typeface="Fact Semi Expanded"/>
                <a:ea typeface="Fact Semi Expanded"/>
                <a:cs typeface="Fact Semi Expanded"/>
              </a:rPr>
              <a:t>Благодарим за проведение мастер-класса в мастерских детства «Традиции добра и дружбы» в рамках проведения V-го городского форума- диалога «Железногорск: город детства»</a:t>
            </a:r>
            <a:endParaRPr sz="2112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" name="Shape 21"/>
          <p:cNvSpPr txBox="false"/>
          <p:nvPr isPhoto="false"/>
        </p:nvSpPr>
        <p:spPr>
          <a:xfrm flipH="false" flipV="false" rot="0">
            <a:off x="540276" y="8393530"/>
            <a:ext cx="1731564" cy="400109"/>
          </a:xfrm>
          <a:prstGeom prst="rect">
            <a:avLst/>
          </a:prstGeom>
        </p:spPr>
        <p:txBody>
          <a:bodyPr bIns="45720" lIns="91440" rIns="91440" tIns="45720" wrap="none">
            <a:spAutoFit/>
          </a:bodyPr>
          <a:p>
            <a:pPr algn="l" indent="0" marL="0"/>
            <a:r>
              <a:rPr sz="2000">
                <a:solidFill>
                  <a:schemeClr val="bg1"/>
                </a:solidFill>
                <a:latin typeface="Fact Semi Expanded"/>
                <a:ea typeface="Fact Semi Expanded"/>
                <a:cs typeface="Fact Semi Expanded"/>
              </a:rPr>
              <a:t>С.А. Ровных</a:t>
            </a:r>
            <a:endParaRPr sz="20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" name="Shape 22"/>
          <p:cNvSpPr txBox="false"/>
          <p:nvPr isPhoto="false"/>
        </p:nvSpPr>
        <p:spPr>
          <a:xfrm flipH="false" flipV="false" rot="0">
            <a:off x="540276" y="8718436"/>
            <a:ext cx="1572911" cy="553997"/>
          </a:xfrm>
          <a:prstGeom prst="rect">
            <a:avLst/>
          </a:prstGeom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sz="1500">
                <a:solidFill>
                  <a:schemeClr val="bg1"/>
                </a:solidFill>
                <a:latin typeface="Fact Semi Expanded"/>
                <a:ea typeface="Fact Semi Expanded"/>
                <a:cs typeface="Fact Semi Expanded"/>
              </a:rPr>
              <a:t>Руководитель Добро.Центра</a:t>
            </a:r>
            <a:endParaRPr sz="2112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" name="Shape 23"/>
          <p:cNvSpPr txBox="false"/>
          <p:nvPr isPhoto="false"/>
        </p:nvSpPr>
        <p:spPr>
          <a:xfrm flipH="false" flipV="false" rot="0">
            <a:off x="4283916" y="8237632"/>
            <a:ext cx="1985268" cy="10823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2112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25" name="Picture 25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4492049" y="8212118"/>
            <a:ext cx="1650106" cy="1121933"/>
          </a:xfrm>
          <a:prstGeom prst="rect">
            <a:avLst/>
          </a:prstGeom>
        </p:spPr>
      </p:pic>
      <p:pic>
        <p:nvPicPr>
          <p:cNvPr hidden="false" id="27" name="Picture 27"/>
          <p:cNvPicPr preferRelativeResize="true"/>
          <p:nvPr isPhoto="false"/>
        </p:nvPicPr>
        <p:blipFill>
          <a:blip r:embed="rId3"/>
          <a:stretch/>
        </p:blipFill>
        <p:spPr>
          <a:xfrm flipH="false" flipV="false" rot="0">
            <a:off x="2545234" y="65614"/>
            <a:ext cx="1767532" cy="823126"/>
          </a:xfrm>
          <a:prstGeom prst="rect">
            <a:avLst/>
          </a:prstGeom>
        </p:spPr>
      </p:pic>
      <p:sp>
        <p:nvSpPr>
          <p:cNvPr hidden="false" id="28" name="Shape 28"/>
          <p:cNvSpPr txBox="true"/>
          <p:nvPr isPhoto="false"/>
        </p:nvSpPr>
        <p:spPr>
          <a:xfrm flipH="false" flipV="false" rot="0">
            <a:off x="638889" y="5190145"/>
            <a:ext cx="5739064" cy="646331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just" indent="0" marL="0"/>
            <a:r>
              <a:rPr i="true" sz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Вам удалось создать удивительную творческую атмосферу, в которой каждый участник смог раскрыть свои таланты и поверить в собственные силы. </a:t>
            </a:r>
            <a:endParaRPr sz="2112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 indent="0" marL="0"/>
            <a:r>
              <a:rPr i="true" sz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Этот день подарил </a:t>
            </a:r>
            <a:r>
              <a:rPr i="true" sz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учстникам</a:t>
            </a:r>
            <a:r>
              <a:rPr i="true" sz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море вдохновения и ярких эмоций!</a:t>
            </a:r>
            <a:endParaRPr sz="2112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14="http://schemas.microsoft.com/office/powerpoint/2010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#МЫВМЕСТ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обро.рф">
      <a:majorFont>
        <a:latin typeface="Fact Expanded Bold"/>
        <a:ea typeface=""/>
        <a:cs typeface=""/>
      </a:majorFont>
      <a:minorFont>
        <a:latin typeface="Fact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MyOffice-CoreFramework-Android/42-1452.1159.10689.1080.1@81e7b381fe3e759ea024068d935a93a33705f065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2025-05-16T11:03:50Z</dcterms:created>
  <dcterms:modified xsi:type="dcterms:W3CDTF">2026-10-25T08:05:36Z</dcterms:modified>
</cp:coreProperties>
</file>